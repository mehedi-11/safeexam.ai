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FFFFF"/>
                </a:solidFill>
              </a:defRPr>
            </a:pPr>
            <a:r>
              <a:t>safeExam.Ai</a:t>
            </a:r>
          </a:p>
          <a:p>
            <a:pPr>
              <a:defRPr sz="2400" b="1">
                <a:solidFill>
                  <a:srgbClr val="93C5FD"/>
                </a:solidFill>
              </a:defRPr>
            </a:pPr>
            <a:r>
              <a:t>Official Examination Rules &amp; AI Proctoring Policies</a:t>
            </a:r>
          </a:p>
          <a:p>
            <a:pPr>
              <a:defRPr sz="1500">
                <a:solidFill>
                  <a:srgbClr val="CBD5E1"/>
                </a:solidFill>
              </a:defRPr>
            </a:pPr>
            <a:r>
              <a:t>Comprehensive Guidelines, Violation Thresholds, and Automated Submission Triggers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937760"/>
            <a:ext cx="10698480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8288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Strict Academic Honesty Policy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All candidate actions are audited by Agent ELI (Custom Trained YOLOv11) &amp; Browser Security Monitors.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EXAM RULES &amp; POLICIES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Browser &amp; Keyboard Interaction Policies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Prohibited Shortcuts (Ctrl+C, Ctrl+V, Ctrl+X, Ctrl+A)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All copy, cut, paste, and select-all shortcuts are completely disabled.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1st Attempt: An educational warning modal appears explaining the rule (0 demerit points).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2nd Attempt onwards: +1 Demerit Point is added to the candidate's record for each attempt.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43400" y="146304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Right-Click Context Menu &amp; Text Selection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Right-clicking anywhere on the exam page is blocked.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Mouse drag-selection across question text is prohibited.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Trapped automatically by client event interceptors.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55280" y="146304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500" b="1">
                <a:solidFill>
                  <a:srgbClr val="EF4444"/>
                </a:solidFill>
              </a:defRPr>
            </a:pPr>
            <a:r>
              <a:t>Browser Reload &amp; Refresh (F5 / Ctrl+R)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Reloading or refreshing the exam page is STRICTLY PROHIBITED.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Attempting to reload immediately auto-submits the exam via Beacon API.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The candidate is permanently locked out upon reload.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EXAM RULES &amp; POLICIES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Tab Switching &amp; Network Failure Protocols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320040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Tab Switching &amp; Window Blur Rules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Navigating to another tab or clicking outside the exam window adds +2 Demerit Points.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If the candidate remains away for more than 10 seconds, an auto-submit countdown modal appears.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The modal gives a 5-second countdown to return.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Dismissing, closing, or failing to return within 5s results in IMMEDIATE AUTO-SUBMISSION.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320040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Network Disconnection &amp; 5-Min Hold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If internet connectivity is lost, the exam is placed on immediate hold.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All question answering is disabled to prevent unsynced data.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A full-screen, unclosable modal appears displaying a 5-minute (MM:SS) timer.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If connection is restored within 5 minutes, the exam automatically resumes.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If disconnected for more than 5 minutes (300s), the exam AUTO-SUBMITS.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The exact network disconnect reason is permanently logged to teacher records.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EXAM RULES &amp; POLICIES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AI Computer Vision Rules (Agent ELI - YOLOv11)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5780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500" b="1">
                <a:solidFill>
                  <a:srgbClr val="EF4444"/>
                </a:solidFill>
              </a:defRPr>
            </a:pPr>
            <a:r>
              <a:t>Mobile Phone Detection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Detecting a phone for &gt;=5 seconds triggers a warning modal with a 5-second countdown. If candidate does not confirm removal, exam auto-submits.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72200" y="1463040"/>
            <a:ext cx="525780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Books, Notebooks &amp; Notes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Open physical textbooks or handwritten cheat sheets visible to camera add +1 Demerit Point for every 5 seconds visible.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40480"/>
            <a:ext cx="525780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500" b="1">
                <a:solidFill>
                  <a:srgbClr val="EF4444"/>
                </a:solidFill>
              </a:defRPr>
            </a:pPr>
            <a:r>
              <a:t>Multiple Persons Detected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More than 1 person visible in camera frame adds +2 Demerit Points for every 5 seconds detected.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3840480"/>
            <a:ext cx="525780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Candidate Absence (&gt;10s)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If candidate leaves camera frame or screen turns black for &gt;10 seconds, a 5-second countdown modal triggers auto-submission.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EXAM RULES &amp; POLICIES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Demerit Ceiling &amp; Automated Submission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320040"/>
          <a:lstStyle/>
          <a:p>
            <a:pPr algn="ctr">
              <a:defRPr sz="1600" b="1">
                <a:solidFill>
                  <a:srgbClr val="EF4444"/>
                </a:solidFill>
              </a:defRPr>
            </a:pPr>
            <a:r>
              <a:t>10 DEMERIT POINTS MAXIMUM THRESHOLD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1. Demerit Meter: A live progress meter (0 to 10 points) is displayed on the student screen.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2. Cumulative Tracking: Violations from shortcuts, tab switches, books, and multiple persons accumulate in real time.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3. Automatic Cancellation: Reaching 10 Demerit Points IMMEDIATELY AUTO-SUBMITS the examination.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4. Teacher Alert: The teacher console marks the candidate in red and generates a detailed violation report.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5. No Retakes: Students auto-submitted due to demerit ceilings cannot restart the exam without teacher override.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EXAM RULES &amp; POLICIES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Student Pre-Exam Readiness Checklist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320040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MANDATORY CANDIDATE CHECKLIST BEFORE STARTING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✔ Close all background applications (Discord, WhatsApp, Telegram, ChatGPT, Slack, IDEs).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✔ Place smartphones, tablets, and smartwatches completely out of the room or out of reach.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✔ Clear your desk of all unauthorized books, notebooks, paper sheets, and reference notes.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✔ Ensure a well-lit environment facing the webcam without direct sunlight glare behind you.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✔ Verify a stable internet connection (minimum 1 Mbps).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✔ DO NOT press F5, Ctrl+R, or click the browser reload button during the examination.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✔ Remain centered in front of the webcam for the entire duration of the exam.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